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6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371600"/>
            <a:ext cx="4114800" cy="4114800"/>
          </a:xfrm>
          <a:prstGeom prst="ellipse">
            <a:avLst/>
          </a:prstGeom>
          <a:solidFill>
            <a:srgbClr val="382A70">
              <a:alpha val="90000"/>
            </a:srgbClr>
          </a:solidFill>
          <a:ln w="12700">
            <a:solidFill>
              <a:srgbClr val="382A7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4206240"/>
            <a:ext cx="2834640" cy="2834640"/>
          </a:xfrm>
          <a:prstGeom prst="ellipse">
            <a:avLst/>
          </a:prstGeom>
          <a:solidFill>
            <a:srgbClr val="5E31C8">
              <a:alpha val="82000"/>
            </a:srgbClr>
          </a:solidFill>
          <a:ln w="12700">
            <a:solidFill>
              <a:srgbClr val="5E31C8">
                <a:alpha val="0"/>
              </a:srgbClr>
            </a:solidFill>
            <a:prstDash val="solid"/>
          </a:ln>
        </p:spPr>
      </p:sp>
      <p:pic>
        <p:nvPicPr>
          <p:cNvPr id="4" name="Image 0" descr="D:\WorkSpace\OnlyMyFace\assets\only-my-face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658368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25880" y="768096"/>
            <a:ext cx="2560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" kern="0" dirty="0">
                <a:solidFill>
                  <a:srgbClr val="DC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MY FACE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13232" y="1600200"/>
            <a:ext cx="5943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속 모든 얼굴을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 번에 가리는 방법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731520" y="309067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C2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블로그 업로드 전, 사진을 선택하고 결과를 저장하기까지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13232" y="3977640"/>
            <a:ext cx="5029200" cy="1097280"/>
          </a:xfrm>
          <a:prstGeom prst="roundRect">
            <a:avLst>
              <a:gd name="adj" fmla="val 10000"/>
            </a:avLst>
          </a:prstGeom>
          <a:solidFill>
            <a:srgbClr val="28203F"/>
          </a:solidFill>
          <a:ln w="12700">
            <a:solidFill>
              <a:srgbClr val="DFE3EB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718096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87552" y="4251960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인터넷 업로드 없이 내 PC에서 처리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3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모자이크 · 블러 · 예외 인물 설정 지원</a:t>
            </a:r>
            <a:endParaRPr lang="en-US" sz="1300" dirty="0"/>
          </a:p>
        </p:txBody>
      </p:sp>
      <p:pic>
        <p:nvPicPr>
          <p:cNvPr id="10" name="Image 1" descr="D:\WorkSpace\OnlyMyFace\manual_assets\01-main-sc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987552"/>
            <a:ext cx="4846320" cy="3191256"/>
          </a:xfrm>
          <a:prstGeom prst="ellipse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1520" y="60807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 안내 · v1.1.1 기준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7B3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740664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사진을 한 번에 추가하세요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여러 장을 동시에 선택할 수 있고, 새로 선택하면 이전 결과는 자동으로 비워집니다.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847088"/>
            <a:ext cx="7315200" cy="4251960"/>
          </a:xfrm>
          <a:prstGeom prst="roundRect">
            <a:avLst>
              <a:gd name="adj" fmla="val 2581"/>
            </a:avLst>
          </a:prstGeom>
          <a:solidFill>
            <a:srgbClr val="F6F7FB"/>
          </a:solidFill>
          <a:ln w="12700">
            <a:solidFill>
              <a:srgbClr val="DFE3EB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718096">
                <a:alpha val="10000"/>
              </a:srgbClr>
            </a:outerShdw>
          </a:effectLst>
        </p:spPr>
      </p:sp>
      <p:pic>
        <p:nvPicPr>
          <p:cNvPr id="6" name="Image 0" descr="D:\WorkSpace\OnlyMyFace\manual_assets\01-main-sc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57400"/>
            <a:ext cx="6812280" cy="3776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87552" y="3017520"/>
            <a:ext cx="1572768" cy="457200"/>
          </a:xfrm>
          <a:prstGeom prst="roundRect">
            <a:avLst>
              <a:gd name="adj" fmla="val 16000"/>
            </a:avLst>
          </a:prstGeom>
          <a:solidFill>
            <a:srgbClr val="7B3FF2">
              <a:alpha val="16000"/>
            </a:srgbClr>
          </a:solidFill>
          <a:ln w="19050">
            <a:solidFill>
              <a:srgbClr val="7B3FF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0" y="1920240"/>
            <a:ext cx="3337560" cy="1188720"/>
          </a:xfrm>
          <a:prstGeom prst="roundRect">
            <a:avLst>
              <a:gd name="adj" fmla="val 9231"/>
            </a:avLst>
          </a:prstGeom>
          <a:solidFill>
            <a:srgbClr val="EEE8FF"/>
          </a:solidFill>
          <a:ln w="12700">
            <a:solidFill>
              <a:srgbClr val="DFE3EB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718096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503920" y="2258568"/>
            <a:ext cx="347472" cy="347472"/>
          </a:xfrm>
          <a:prstGeom prst="ellipse">
            <a:avLst/>
          </a:prstGeom>
          <a:solidFill>
            <a:srgbClr val="7B3FF2"/>
          </a:solidFill>
          <a:ln w="12700">
            <a:solidFill>
              <a:srgbClr val="7B3FF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03920" y="2267712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961120" y="224942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파일 선택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961120" y="249631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D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블로그에 올릴 사진을 여러 장 골라주세요.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229600" y="3401568"/>
            <a:ext cx="3337560" cy="1426464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FE3EB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718096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503920" y="3712464"/>
            <a:ext cx="347472" cy="347472"/>
          </a:xfrm>
          <a:prstGeom prst="ellipse">
            <a:avLst/>
          </a:prstGeom>
          <a:solidFill>
            <a:srgbClr val="7B3FF2"/>
          </a:solidFill>
          <a:ln w="12700">
            <a:solidFill>
              <a:srgbClr val="7B3FF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503920" y="3721608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961120" y="37033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새 사진 = 새 작업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961120" y="39502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D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다른 사진을 선택하면 이전 처리 결과와 저장 대상이 사라집니다.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229600" y="5120640"/>
            <a:ext cx="3337560" cy="640080"/>
          </a:xfrm>
          <a:prstGeom prst="roundRect">
            <a:avLst>
              <a:gd name="adj" fmla="val 17143"/>
            </a:avLst>
          </a:prstGeom>
          <a:solidFill>
            <a:srgbClr val="EAF8F1"/>
          </a:solidFill>
          <a:ln w="12700">
            <a:solidFill>
              <a:srgbClr val="DFE3EB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718096">
                <a:alpha val="1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8485632" y="5340096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873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  사진은 앱 밖으로 업로드되지 않습니다.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66928" y="6473952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5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My Face · 사진은 내 PC 안에서 처리됩니다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082528" y="6446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B3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7B3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740664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가릴 방식과 범위를 정하세요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처리 전 왼쪽 설정을 확인하고, 공개용 사진이면 ‘놓치지 않기’를 권장합니다.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847088"/>
            <a:ext cx="7315200" cy="4251960"/>
          </a:xfrm>
          <a:prstGeom prst="roundRect">
            <a:avLst>
              <a:gd name="adj" fmla="val 2581"/>
            </a:avLst>
          </a:prstGeom>
          <a:solidFill>
            <a:srgbClr val="F6F7FB"/>
          </a:solidFill>
          <a:ln w="12700">
            <a:solidFill>
              <a:srgbClr val="DFE3EB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718096">
                <a:alpha val="10000"/>
              </a:srgbClr>
            </a:outerShdw>
          </a:effectLst>
        </p:spPr>
      </p:sp>
      <p:pic>
        <p:nvPicPr>
          <p:cNvPr id="6" name="Image 0" descr="D:\WorkSpace\OnlyMyFace\manual_assets\01-main-sc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57400"/>
            <a:ext cx="6812280" cy="3776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41832" y="3657600"/>
            <a:ext cx="1938528" cy="548640"/>
          </a:xfrm>
          <a:prstGeom prst="roundRect">
            <a:avLst>
              <a:gd name="adj" fmla="val 13333"/>
            </a:avLst>
          </a:prstGeom>
          <a:solidFill>
            <a:srgbClr val="7B3FF2">
              <a:alpha val="12000"/>
            </a:srgbClr>
          </a:solidFill>
          <a:ln w="19050">
            <a:solidFill>
              <a:srgbClr val="7B3FF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41832" y="4937760"/>
            <a:ext cx="1938528" cy="1783080"/>
          </a:xfrm>
          <a:prstGeom prst="roundRect">
            <a:avLst>
              <a:gd name="adj" fmla="val 4103"/>
            </a:avLst>
          </a:prstGeom>
          <a:solidFill>
            <a:srgbClr val="7B3FF2">
              <a:alpha val="10000"/>
            </a:srgbClr>
          </a:solidFill>
          <a:ln w="19050">
            <a:solidFill>
              <a:srgbClr val="7B3FF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339328" y="2029968"/>
            <a:ext cx="347472" cy="347472"/>
          </a:xfrm>
          <a:prstGeom prst="ellipse">
            <a:avLst/>
          </a:prstGeom>
          <a:solidFill>
            <a:srgbClr val="7B3FF2"/>
          </a:solidFill>
          <a:ln w="12700">
            <a:solidFill>
              <a:srgbClr val="7B3FF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339328" y="2039112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796528" y="2020824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효과와 강도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796528" y="226771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D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모자이크는 픽셀화, 블러는 흐리게 가립니다. 공개 사진은 강하게가 안전합니다.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119872" y="3145536"/>
            <a:ext cx="3438144" cy="131673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FE3EB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718096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339328" y="3438144"/>
            <a:ext cx="347472" cy="347472"/>
          </a:xfrm>
          <a:prstGeom prst="ellipse">
            <a:avLst/>
          </a:prstGeom>
          <a:solidFill>
            <a:srgbClr val="7B3FF2"/>
          </a:solidFill>
          <a:ln w="12700">
            <a:solidFill>
              <a:srgbClr val="7B3FF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339328" y="3447288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796528" y="342900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얼굴 주변 여백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796528" y="367588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D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숫자가 클수록 얼굴 바깥까지 넓게 가립니다. 옆얼굴에는 여백을 더 주세요.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119872" y="4782312"/>
            <a:ext cx="3438144" cy="1078992"/>
          </a:xfrm>
          <a:prstGeom prst="roundRect">
            <a:avLst>
              <a:gd name="adj" fmla="val 10169"/>
            </a:avLst>
          </a:prstGeom>
          <a:solidFill>
            <a:srgbClr val="EEE8FF"/>
          </a:solidFill>
          <a:ln w="12700">
            <a:solidFill>
              <a:srgbClr val="DFE3EB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718096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339328" y="5020056"/>
            <a:ext cx="347472" cy="347472"/>
          </a:xfrm>
          <a:prstGeom prst="ellipse">
            <a:avLst/>
          </a:prstGeom>
          <a:solidFill>
            <a:srgbClr val="7B3FF2"/>
          </a:solidFill>
          <a:ln w="12700">
            <a:solidFill>
              <a:srgbClr val="7B3FF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339328" y="5029200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796528" y="501091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얼굴 찾기: 놓치지 않기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796528" y="52578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D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YuNet 얼굴 검출 뒤에 사람 상단 영역 안전망을 더해 옆·뒷모습도 넓게 가립니다.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66928" y="6473952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5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My Face · 사진은 내 PC 안에서 처리됩니다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082528" y="6446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B3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7B3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740664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처리하고, 결과를 확인한 뒤 저장하세요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얼굴을 놓치지 않았는지만 한 번 확인하면 블로그용 사진 준비가 끝납니다.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04088" y="2331720"/>
            <a:ext cx="2350008" cy="2359152"/>
          </a:xfrm>
          <a:prstGeom prst="roundRect">
            <a:avLst>
              <a:gd name="adj" fmla="val 4669"/>
            </a:avLst>
          </a:prstGeom>
          <a:solidFill>
            <a:srgbClr val="FFFFFF"/>
          </a:solidFill>
          <a:ln w="12700">
            <a:solidFill>
              <a:srgbClr val="DFE3EB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718096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45336" y="2651760"/>
            <a:ext cx="658368" cy="658368"/>
          </a:xfrm>
          <a:prstGeom prst="ellipse">
            <a:avLst/>
          </a:prstGeom>
          <a:solidFill>
            <a:srgbClr val="EEE8FF"/>
          </a:solidFill>
          <a:ln w="12700">
            <a:solidFill>
              <a:srgbClr val="7B3FF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45336" y="2816352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B3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23544" y="358444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선택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32688" y="3950208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D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여러 장을 한 번에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36392" y="3172968"/>
            <a:ext cx="228600" cy="310896"/>
          </a:xfrm>
          <a:prstGeom prst="chevron">
            <a:avLst/>
          </a:prstGeom>
          <a:solidFill>
            <a:srgbClr val="B9B1CD"/>
          </a:solidFill>
          <a:ln w="12700">
            <a:solidFill>
              <a:srgbClr val="B9B1C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57016" y="2331720"/>
            <a:ext cx="2350008" cy="2359152"/>
          </a:xfrm>
          <a:prstGeom prst="roundRect">
            <a:avLst>
              <a:gd name="adj" fmla="val 4669"/>
            </a:avLst>
          </a:prstGeom>
          <a:solidFill>
            <a:srgbClr val="FFFFFF"/>
          </a:solidFill>
          <a:ln w="12700">
            <a:solidFill>
              <a:srgbClr val="DFE3EB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718096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98264" y="2651760"/>
            <a:ext cx="658368" cy="658368"/>
          </a:xfrm>
          <a:prstGeom prst="ellipse">
            <a:avLst/>
          </a:prstGeom>
          <a:solidFill>
            <a:srgbClr val="7B3FF2"/>
          </a:solidFill>
          <a:ln w="12700">
            <a:solidFill>
              <a:srgbClr val="7B3FF2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98264" y="2816352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76472" y="358444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얼굴 가리기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85616" y="3950208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D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로컬에서 자동 처리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989320" y="3172968"/>
            <a:ext cx="228600" cy="310896"/>
          </a:xfrm>
          <a:prstGeom prst="chevron">
            <a:avLst/>
          </a:prstGeom>
          <a:solidFill>
            <a:srgbClr val="B9B1CD"/>
          </a:solidFill>
          <a:ln w="12700">
            <a:solidFill>
              <a:srgbClr val="B9B1C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9944" y="2331720"/>
            <a:ext cx="2350008" cy="2359152"/>
          </a:xfrm>
          <a:prstGeom prst="roundRect">
            <a:avLst>
              <a:gd name="adj" fmla="val 4669"/>
            </a:avLst>
          </a:prstGeom>
          <a:solidFill>
            <a:srgbClr val="FFFFFF"/>
          </a:solidFill>
          <a:ln w="12700">
            <a:solidFill>
              <a:srgbClr val="DFE3EB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718096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251192" y="2651760"/>
            <a:ext cx="658368" cy="658368"/>
          </a:xfrm>
          <a:prstGeom prst="ellipse">
            <a:avLst/>
          </a:prstGeom>
          <a:solidFill>
            <a:srgbClr val="EEE8FF"/>
          </a:solidFill>
          <a:ln w="12700">
            <a:solidFill>
              <a:srgbClr val="7B3FF2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51192" y="2816352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B3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29400" y="358444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 확인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638544" y="3950208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D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옆·뒷모습도 확인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842248" y="3172968"/>
            <a:ext cx="228600" cy="310896"/>
          </a:xfrm>
          <a:prstGeom prst="chevron">
            <a:avLst/>
          </a:prstGeom>
          <a:solidFill>
            <a:srgbClr val="B9B1CD"/>
          </a:solidFill>
          <a:ln w="12700">
            <a:solidFill>
              <a:srgbClr val="B9B1C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62872" y="2331720"/>
            <a:ext cx="2350008" cy="2359152"/>
          </a:xfrm>
          <a:prstGeom prst="roundRect">
            <a:avLst>
              <a:gd name="adj" fmla="val 4669"/>
            </a:avLst>
          </a:prstGeom>
          <a:solidFill>
            <a:srgbClr val="FFFFFF"/>
          </a:solidFill>
          <a:ln w="12700">
            <a:solidFill>
              <a:srgbClr val="DFE3EB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718096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0104120" y="2651760"/>
            <a:ext cx="658368" cy="658368"/>
          </a:xfrm>
          <a:prstGeom prst="ellipse">
            <a:avLst/>
          </a:prstGeom>
          <a:solidFill>
            <a:srgbClr val="EEE8FF"/>
          </a:solidFill>
          <a:ln w="12700">
            <a:solidFill>
              <a:srgbClr val="7B3FF2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104120" y="2816352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B3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482328" y="358444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 전체 저장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491472" y="3950208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D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원본은 그대로 유지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325880" y="5285232"/>
            <a:ext cx="9555480" cy="658368"/>
          </a:xfrm>
          <a:prstGeom prst="roundRect">
            <a:avLst>
              <a:gd name="adj" fmla="val 16667"/>
            </a:avLst>
          </a:prstGeom>
          <a:solidFill>
            <a:srgbClr val="EAF8F1"/>
          </a:solidFill>
          <a:ln w="12700">
            <a:solidFill>
              <a:srgbClr val="DFE3EB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718096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609344" y="5513832"/>
            <a:ext cx="9006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873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저장 전 확인: 사람의 얼굴·옆얼굴·뒷머리가 남아 있지 않은지 미리보기에서 확인하세요. ‘놓치지 않기’는 안전을 위해 넓은 영역을 가릴 수 있습니다.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66928" y="6473952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5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My Face · 사진은 내 PC 안에서 처리됩니다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82528" y="6446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B3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7B3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740664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자동으로 놓친 부분은 직접 가리세요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처리 결과 카드에서 ‘놓친 부분 가리기’를 누르면, 사진 위를 드래그해 원하는 영역을 추가로 가릴 수 있습니다.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1965960"/>
            <a:ext cx="3886200" cy="3913632"/>
          </a:xfrm>
          <a:prstGeom prst="roundRect">
            <a:avLst>
              <a:gd name="adj" fmla="val 2824"/>
            </a:avLst>
          </a:prstGeom>
          <a:solidFill>
            <a:srgbClr val="F6F7FB"/>
          </a:solidFill>
          <a:ln w="12700">
            <a:solidFill>
              <a:srgbClr val="DFE3EB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718096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24028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추가 가리기 예시</a:t>
            </a:r>
            <a:endParaRPr lang="en-US" sz="1400" dirty="0"/>
          </a:p>
        </p:txBody>
      </p:sp>
      <p:pic>
        <p:nvPicPr>
          <p:cNvPr id="7" name="Image 0" descr="D:\WorkSpace\OnlyMyFace\assets\sample-f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3312" y="2697480"/>
            <a:ext cx="1691640" cy="1691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709928" y="3246120"/>
            <a:ext cx="1005840" cy="521208"/>
          </a:xfrm>
          <a:prstGeom prst="roundRect">
            <a:avLst>
              <a:gd name="adj" fmla="val 10526"/>
            </a:avLst>
          </a:prstGeom>
          <a:solidFill>
            <a:srgbClr val="1C2430">
              <a:alpha val="90000"/>
            </a:srgbClr>
          </a:solidFill>
          <a:ln w="20320">
            <a:solidFill>
              <a:srgbClr val="7B3FF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163824" y="329184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B3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드래그한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7B3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가림 영역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788920" y="3502152"/>
            <a:ext cx="347472" cy="0"/>
          </a:xfrm>
          <a:prstGeom prst="line">
            <a:avLst/>
          </a:prstGeom>
          <a:noFill/>
          <a:ln w="15240">
            <a:solidFill>
              <a:srgbClr val="7B3FF2"/>
            </a:solidFill>
            <a:prstDash val="solid"/>
            <a:headEnd type="none"/>
            <a:tailEnd type="triangle"/>
          </a:ln>
        </p:spPr>
      </p:sp>
      <p:sp>
        <p:nvSpPr>
          <p:cNvPr id="11" name="Text 8"/>
          <p:cNvSpPr/>
          <p:nvPr/>
        </p:nvSpPr>
        <p:spPr>
          <a:xfrm>
            <a:off x="960120" y="475488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선택한 모자이크·블러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D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설정이 그대로 적용됩니다.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010912" y="2057400"/>
            <a:ext cx="6355080" cy="850392"/>
          </a:xfrm>
          <a:prstGeom prst="roundRect">
            <a:avLst>
              <a:gd name="adj" fmla="val 12903"/>
            </a:avLst>
          </a:prstGeom>
          <a:solidFill>
            <a:srgbClr val="F6F7FB"/>
          </a:solidFill>
          <a:ln w="12700">
            <a:solidFill>
              <a:srgbClr val="DFE3EB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718096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321808" y="2304288"/>
            <a:ext cx="347472" cy="347472"/>
          </a:xfrm>
          <a:prstGeom prst="ellipse">
            <a:avLst/>
          </a:prstGeom>
          <a:solidFill>
            <a:srgbClr val="7B3FF2"/>
          </a:solidFill>
          <a:ln w="12700">
            <a:solidFill>
              <a:srgbClr val="7B3FF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321808" y="2313432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879592" y="22402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 카드에서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735824" y="2258568"/>
            <a:ext cx="3255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D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‘놓친 부분 가리기’를 누르세요.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010912" y="3227832"/>
            <a:ext cx="6355080" cy="850392"/>
          </a:xfrm>
          <a:prstGeom prst="roundRect">
            <a:avLst>
              <a:gd name="adj" fmla="val 12903"/>
            </a:avLst>
          </a:prstGeom>
          <a:solidFill>
            <a:srgbClr val="EEE8FF"/>
          </a:solidFill>
          <a:ln w="12700">
            <a:solidFill>
              <a:srgbClr val="DFE3EB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718096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321808" y="3474720"/>
            <a:ext cx="347472" cy="347472"/>
          </a:xfrm>
          <a:prstGeom prst="ellipse">
            <a:avLst/>
          </a:prstGeom>
          <a:solidFill>
            <a:srgbClr val="7B3FF2"/>
          </a:solidFill>
          <a:ln w="12700">
            <a:solidFill>
              <a:srgbClr val="7B3FF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321808" y="3483864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879592" y="34107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위를 드래그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735824" y="3429000"/>
            <a:ext cx="3255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D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남은 얼굴이나 민감한 부분을 넓게 선택하세요.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010912" y="4398264"/>
            <a:ext cx="6355080" cy="850392"/>
          </a:xfrm>
          <a:prstGeom prst="roundRect">
            <a:avLst>
              <a:gd name="adj" fmla="val 12903"/>
            </a:avLst>
          </a:prstGeom>
          <a:solidFill>
            <a:srgbClr val="F6F7FB"/>
          </a:solidFill>
          <a:ln w="12700">
            <a:solidFill>
              <a:srgbClr val="DFE3EB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718096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321808" y="4645152"/>
            <a:ext cx="347472" cy="347472"/>
          </a:xfrm>
          <a:prstGeom prst="ellipse">
            <a:avLst/>
          </a:prstGeom>
          <a:solidFill>
            <a:srgbClr val="7B3FF2"/>
          </a:solidFill>
          <a:ln w="12700">
            <a:solidFill>
              <a:srgbClr val="7B3FF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321808" y="4654296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5879592" y="458114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계속 가리거나 완료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7735824" y="4599432"/>
            <a:ext cx="3255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D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여러 영역을 반복해서 가린 뒤 완료를 누르세요.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010912" y="5623560"/>
            <a:ext cx="6355080" cy="329184"/>
          </a:xfrm>
          <a:prstGeom prst="roundRect">
            <a:avLst>
              <a:gd name="adj" fmla="val 33333"/>
            </a:avLst>
          </a:prstGeom>
          <a:solidFill>
            <a:srgbClr val="FFF4E5"/>
          </a:solidFill>
          <a:ln w="12700">
            <a:solidFill>
              <a:srgbClr val="DFE3EB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718096">
                <a:alpha val="10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5285232" y="5724144"/>
            <a:ext cx="5760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9A4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  이 단계는 원본을 건드리지 않고, 처리 결과에만 추가로 반영됩니다.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566928" y="6473952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5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My Face · 사진은 내 PC 안에서 처리됩니다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1082528" y="6446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B3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OnlyMyFace\assets\sample-f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143000"/>
            <a:ext cx="1965960" cy="19659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97280" y="2011680"/>
            <a:ext cx="1344168" cy="502920"/>
          </a:xfrm>
          <a:prstGeom prst="roundRect">
            <a:avLst>
              <a:gd name="adj" fmla="val 14545"/>
            </a:avLst>
          </a:prstGeom>
          <a:solidFill>
            <a:srgbClr val="1C2430"/>
          </a:solidFill>
          <a:ln w="12700">
            <a:solidFill>
              <a:srgbClr val="1C243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310128" y="121615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공개 전 확인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3328416" y="1810512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완벽한 자동 검출은 없으므로, 저장하기 전 결과를 한 번만 살펴보세요.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291840" y="2578608"/>
            <a:ext cx="7223760" cy="713232"/>
          </a:xfrm>
          <a:prstGeom prst="roundRect">
            <a:avLst>
              <a:gd name="adj" fmla="val 15385"/>
            </a:avLst>
          </a:prstGeom>
          <a:solidFill>
            <a:srgbClr val="F6F7FB"/>
          </a:solidFill>
          <a:ln w="12700">
            <a:solidFill>
              <a:srgbClr val="DFE3EB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718096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566160" y="2743200"/>
            <a:ext cx="310896" cy="310896"/>
          </a:xfrm>
          <a:prstGeom prst="ellipse">
            <a:avLst/>
          </a:prstGeom>
          <a:solidFill>
            <a:srgbClr val="29B879"/>
          </a:solidFill>
          <a:ln w="12700">
            <a:solidFill>
              <a:srgbClr val="29B87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566160" y="2756916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114800" y="271576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얼굴이 모두 가려졌나요?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903720" y="272491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D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정면·옆얼굴·숙인 얼굴까지 확인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91840" y="3538728"/>
            <a:ext cx="7223760" cy="713232"/>
          </a:xfrm>
          <a:prstGeom prst="roundRect">
            <a:avLst>
              <a:gd name="adj" fmla="val 15385"/>
            </a:avLst>
          </a:prstGeom>
          <a:solidFill>
            <a:srgbClr val="F6F7FB"/>
          </a:solidFill>
          <a:ln w="12700">
            <a:solidFill>
              <a:srgbClr val="DFE3EB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718096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66160" y="3703320"/>
            <a:ext cx="310896" cy="310896"/>
          </a:xfrm>
          <a:prstGeom prst="ellipse">
            <a:avLst/>
          </a:prstGeom>
          <a:solidFill>
            <a:srgbClr val="29B879"/>
          </a:solidFill>
          <a:ln w="12700">
            <a:solidFill>
              <a:srgbClr val="29B87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566160" y="3717036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114800" y="367588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가림 범위가 충분한가요?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903720" y="368503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D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필요하면 여백 또는 강도를 높이기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291840" y="4498848"/>
            <a:ext cx="7223760" cy="713232"/>
          </a:xfrm>
          <a:prstGeom prst="roundRect">
            <a:avLst>
              <a:gd name="adj" fmla="val 15385"/>
            </a:avLst>
          </a:prstGeom>
          <a:solidFill>
            <a:srgbClr val="EEE8FF"/>
          </a:solidFill>
          <a:ln w="12700">
            <a:solidFill>
              <a:srgbClr val="DFE3EB">
                <a:alpha val="60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718096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566160" y="4663440"/>
            <a:ext cx="310896" cy="310896"/>
          </a:xfrm>
          <a:prstGeom prst="ellipse">
            <a:avLst/>
          </a:prstGeom>
          <a:solidFill>
            <a:srgbClr val="7B3FF2"/>
          </a:solidFill>
          <a:ln w="12700">
            <a:solidFill>
              <a:srgbClr val="7B3FF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566160" y="4677156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114800" y="463600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예외 인물이 있나요?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903720" y="464515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D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예외 인물 관리에서 등록·수정·삭제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804672" y="3913632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B3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My Face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731520" y="4343400"/>
            <a:ext cx="2084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안전하게 가리고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편하게 기록하세요.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66928" y="6473952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5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My Face · 사진은 내 PC 안에서 처리됩니다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082528" y="6446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B3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Only My Face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Only My Face 사용 방법</dc:title>
  <dc:subject>Only My Face 사용 안내</dc:subject>
  <dc:creator>Only My Face</dc:creator>
  <cp:lastModifiedBy>Only My Face</cp:lastModifiedBy>
  <cp:revision>1</cp:revision>
  <dcterms:created xsi:type="dcterms:W3CDTF">2026-07-22T06:23:46Z</dcterms:created>
  <dcterms:modified xsi:type="dcterms:W3CDTF">2026-07-22T06:23:46Z</dcterms:modified>
</cp:coreProperties>
</file>